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88720"/>
            <a:ext cx="54864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143000"/>
            <a:ext cx="5943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Algorithm</a:t>
            </a:r>
            <a:endParaRPr lang="en-US" sz="4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Extinction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2918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виборів лідера в розподілених системах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механізмом згасання конкуруючих хвиль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4005072"/>
            <a:ext cx="7589520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 Хохлов  ·  МД-51  ·  ХНУ ім. В.Н. Каразіна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29400" y="3017520"/>
            <a:ext cx="2103120" cy="25603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8" name="Shape 6"/>
          <p:cNvSpPr/>
          <p:nvPr/>
        </p:nvSpPr>
        <p:spPr>
          <a:xfrm>
            <a:off x="6629400" y="1920240"/>
            <a:ext cx="256032" cy="109728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0" y="1417320"/>
            <a:ext cx="256032" cy="16002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0" name="Shape 8"/>
          <p:cNvSpPr/>
          <p:nvPr/>
        </p:nvSpPr>
        <p:spPr>
          <a:xfrm>
            <a:off x="7882128" y="1920240"/>
            <a:ext cx="256032" cy="109728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182880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132588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27848" y="182880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Навіщо потрібні вибори лідера?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4023360" cy="3291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Класичний Echo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347472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4884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заздалегідь відомий ініціатор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8892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Непридатний для динамічних мереж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42900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290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конкуренції між вузлами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069080"/>
            <a:ext cx="54864" cy="384048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6908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Лідер призначається вручну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02336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572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+ Extinction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2029968"/>
            <a:ext cx="34747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148840"/>
            <a:ext cx="54864" cy="38404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14884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Кілька ініціаторів одночасно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788920"/>
            <a:ext cx="54864" cy="38404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78892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Хвиля з більшим ID поглинає слабші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429000"/>
            <a:ext cx="54864" cy="38404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4290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Гарантований єдиний лідер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4069080"/>
            <a:ext cx="54864" cy="38404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406908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Динамічна побудова остовного дерева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WITH EXTINCTION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Механізм хвиль та згасання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ініціаторів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ініціатор розсилає explore зі своїм ID як wave_id. Кілька хвиль поширюються паралельно.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Згасання (Extinction)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9496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вузол отримує explore з wave_id &gt; self.l — він «забуває» стару хвилю, оновлює parent і поширює нову.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Збір echo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Вузол відповідає echo лише для своєї поточної домінуючої хвилі. Застарілі echo ігноруються.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Проголошення лідера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9496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хвилі-переможця збирає всі echo і, не маючи батька (parent is None), проголошує себе лідером.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WITH EXTINCTION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Перехоплення ініціативи: explore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2120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58191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8191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sender_id, msg_type, wave_id):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msg_type == </a:t>
            </a:r>
            <a:pPr indent="0" marL="0">
              <a:buNone/>
            </a:pPr>
            <a:r>
              <a:rPr lang="en-US" sz="10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'explore':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Сильніша хвиля — перехоплення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wave_id &gt; self.l: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self.l = wave_id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self.parent = sender_id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self.expected_echoes =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len(self.neighbors) - </a:t>
            </a:r>
            <a:pPr indent="0" marL="0">
              <a:buNone/>
            </a:pPr>
            <a:r>
              <a:rPr lang="en-US" sz="10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 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self.neighbors: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 != self.parent: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self.messages_to_send.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append((neighbor, ...))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Та сама хвиля — відповісти echo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wave_id == self.l: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self.messages_to_send.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append((sender_id, ..., 'echo', self.l))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0" y="146304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146304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wave_id &gt; self.l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89320" y="188366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Сильніша хвиля поглинає попередню — вузол перемикається, оновлює parent і розсилає нові explore.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06440" y="256032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06440" y="256032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wave_id == self.l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989320" y="298094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сама хвиля вже відома — просто відповісти echo відправнику без повторного поширення.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06440" y="3657600"/>
            <a:ext cx="29260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06440" y="3657600"/>
            <a:ext cx="45720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5" name="Text 33"/>
          <p:cNvSpPr/>
          <p:nvPr/>
        </p:nvSpPr>
        <p:spPr>
          <a:xfrm>
            <a:off x="5989320" y="3749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wave_id &lt; self.l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989320" y="4078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Слабша або застаріла хвиля — ігнорується повністю. Жодних дій.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WITH EXTINCTION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Збір echo та обрання лідера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2120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58191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8191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msg_type ==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'echo':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Echo лише від домінуючої хвилі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wave_id == self.l: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self.expected_echoes -= </a:t>
            </a:r>
            <a:pPr indent="0" marL="0">
              <a:buNone/>
            </a:pPr>
            <a:r>
              <a:rPr lang="en-US" sz="10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self.expected_echoes == </a:t>
            </a:r>
            <a:pPr indent="0" marL="0">
              <a:buNone/>
            </a:pPr>
            <a:r>
              <a:rPr lang="en-US" sz="10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Є батько — передати echo вгору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self.parent is not None: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self.messages_to_send.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append((self.parent, ..., 'echo', ...))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Немає батька — ми ініціатор-переможець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elif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self.l == self.node_id: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self.is_leader = 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self.decided = 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1463040"/>
            <a:ext cx="292608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1463040"/>
            <a:ext cx="457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Фільтр за wave_id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89320" y="188366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від старих хвиль ігноруються. Лічильник зменшується лише для поточної домінуючої хвилі.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06440" y="2560320"/>
            <a:ext cx="292608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2560320"/>
            <a:ext cx="457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Ланцюг echo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9320" y="298094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тільки expected_echoes=0 і є parent — echo передається вгору по дереву до ініціатора.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3657600"/>
            <a:ext cx="292608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3657600"/>
            <a:ext cx="457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3749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Умова лідера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89320" y="4078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is None + l == node_id: вузол є ініціатором хвилі-переможця → LEADER.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СИМУЛЯЦІЯ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Хронологія виборів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17320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Граф: 4 вузли, ребра {1-2, 1-3, 2-3, 2-4, 3-4}. Ініціатори: вузли 1, 2, 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93392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993392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993392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 розсилає explore(wave=1), Node 2 — explore(wave=2), Node 4 — explore(wave=4)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569464"/>
            <a:ext cx="832104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69464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569464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569464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Вузол 3 отримує explore від 1, 2 та 4. Поглинає хвилі 1 і 2, приймає хвилю 4 → parent=4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145536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45536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145536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145536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Хвилі 1 та 2 зустрічають хвилю 4 на всіх вузлах → Extinction: wave 1 та wave 2 згасають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3721608"/>
            <a:ext cx="832104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721608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72160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721608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Хвиля 4 охоплює всю мережу. Всі вузли встановлюють Wave ID = 4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1480" y="4297680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297680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4297680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429768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4 збирає всі echo своєї хвилі. parent is None + l == 4 → LEADER обрано за 25 кроків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Algorithm with Extinction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29968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0876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кроків симуляції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417320"/>
            <a:ext cx="2029968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50876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450592" y="224028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ініціатори (1, 2, 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417320"/>
            <a:ext cx="2029968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50876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626864" y="224028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обраний лідер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417320"/>
            <a:ext cx="2029968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508760"/>
            <a:ext cx="2029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803136" y="224028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ID переможця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029968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1752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336499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ID: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6393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3931920"/>
            <a:ext cx="1810512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986784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Стартував як ініціатор (wave=1), поглинутий хвилею 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50592" y="2926080"/>
            <a:ext cx="2029968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01752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60320" y="336499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ID: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36393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0" y="3931920"/>
            <a:ext cx="1810512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986784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Стартував як ініціатор (wave=2), поглинутий хвилею 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26864" y="2926080"/>
            <a:ext cx="2029968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301752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36592" y="336499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ID: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36592" y="36393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36592" y="3931920"/>
            <a:ext cx="1810512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986784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ініціатор. Прийняв хвилю 4, parent=4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03136" y="2926080"/>
            <a:ext cx="2029968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12864" y="301752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12864" y="336499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ID: 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12864" y="36393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12864" y="3931920"/>
            <a:ext cx="1810512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12864" y="3986784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хвилі-переможця. parent=None → лідер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ВИСНОВКИ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Підсумки роботи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9047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Симулятор коректно обробив конкуренцію трьох ініціаторів (1, 2, 4). Хвилі з меншим ID були поглинуті за 25 кроків, що підтверджує механізм Extinction.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87752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587752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6090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Вузол 4 успішно зібрав усі echo своєї хвилі. Умова parent is None + l == node_id спрацювала коректно — лідер обраний єдиний.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758184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58184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313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14223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4 вузли зафіксували Wave ID = 4. Динамічне оновлення parent дозволило побудувати коректне остовне дерево для хвилі-переможця без додаткових повідомлень.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188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 Хохлов  ·  МД-51  ·  ХНУ ім. В.Н. Каразіна  · 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 Algorithm with Extinction</dc:title>
  <dc:subject>PptxGenJS Presentation</dc:subject>
  <dc:creator>PptxGenJS</dc:creator>
  <cp:lastModifiedBy>PptxGenJS</cp:lastModifiedBy>
  <cp:revision>1</cp:revision>
  <dcterms:created xsi:type="dcterms:W3CDTF">2026-04-13T07:39:35Z</dcterms:created>
  <dcterms:modified xsi:type="dcterms:W3CDTF">2026-04-13T07:39:35Z</dcterms:modified>
</cp:coreProperties>
</file>