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54864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1430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4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1272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Рани  ·  Алгоритм Сафри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58444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Виявлення завершення у розподілених системах без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глобального стану та спільного годинника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4206240"/>
            <a:ext cx="758952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5254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1234440"/>
            <a:ext cx="1828800" cy="182880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920240"/>
            <a:ext cx="1371600" cy="13716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7A7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06654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виявлення завершення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023360" cy="3291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4884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можуть бути активними або пасивними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Пасивний вузол може знову стати активним від повідомлення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42900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глобального спостерігача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 «в польоті» невидимі зовні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27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Рани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947672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Децентралізований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276856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249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Логічні годинники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578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Хвилі від пасивних вузлів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Сафри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3639312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Токен-кільце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968496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Підрахунок повідомлень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4297680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Кольорова модель (white/black)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виконання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Базові повідомлення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Активні вузли обмінюються basic-повідомленнями. Логічний годинник оновлюється за правилом Lamport: max(local, msg)+1.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Пасивний → ініціює хвилю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Щойно вузол стає пасивним — він запускає control-хвилю з поточним значенням wave_clock = clock.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Конкуренція хвиль (Extinction)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вузол отримує control з більшим wave_clock — стара хвиля згасає, вузол перемикається на нову.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Виявлення завершення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хвилі отримав усі reply, пасивний і clock == wave_clock → система завершена.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Ключова реалізація: receive_control()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receive_control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sender, wave_clock):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Сильніша хвиля — перехоплення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wave_clock &gt; self.wave_clock: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self.wave_clock = wave_clock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 = sender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self.expected_replies = len(self.neighbors) -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self.neighbors: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!= self.parent: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self.transit_messages.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append((neighbor, 'control', ...))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Та сама хвиля — відповісти reply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wave_clock == self.wave_clock: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self.transit_messages.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append((sender, 'reply', self.wave_clock))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46304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46304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Логічний годинник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18836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wave_clock порівнюється для визначення актуальності хвилі. Більший = новіший і пріоритетніший.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56032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56032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Механізм reply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9809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отримання всіх reply та перевірки пасивності й clock == wave_clock — термінація підтверджена.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365760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365760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Децентралізованість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4078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Будь-який пасивний вузол може ініціювати хвилю. Кілька хвиль конкурують за допомогою Extinction.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виконання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Токен-кільце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маркер (token) циркулює по логічному кільцю вузлів 0→1→2→...→n-1→0. Тільки пасивний вузол передає маркер далі.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Підрахунок повідомлень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вузол веде message_count (+1 при відправці, -1 при отриманні). При передачі маркера: token.q += message_count.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Кольорова модель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Відправка basic → вузол стає BLACK. При передачі маркера вузол стає WHITE. Якщо вузол BLACK → маркер теж стає BLACK.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Умова термінації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(Node 0) перевіряє: token.color == WHITE і token.q + message_count == 0. Якщо ні — новий обхід.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Ключова реалізація: process_token()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process_token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next_node):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self.is_initiator: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Перевірка умови термінації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(self.color == </a:t>
            </a:r>
            <a:pPr indent="0" marL="0">
              <a:buNone/>
            </a:pP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self.token['color'] == </a:t>
            </a:r>
            <a:pPr indent="0" marL="0">
              <a:buNone/>
            </a:pP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self.token['q'] + self.message_count ==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self.decided =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Фарбування маркера та передача далі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self.token = {'color': </a:t>
            </a:r>
            <a:pPr indent="0" marL="0">
              <a:buNone/>
            </a:pP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'q':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self.color == </a:t>
            </a:r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self.token['color'] = </a:t>
            </a:r>
            <a:pPr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self.color = </a:t>
            </a:r>
            <a:pPr indent="0" marL="0">
              <a:buNone/>
            </a:pP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self.transit_messages.append(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(next_node, 'token', self.token.copy()))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46304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46304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умови разом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18836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вузол + WHITE маркер + sum лічильників = 0. Всі три умови одночасно → термінація.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56032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56032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Чорний маркер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9809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вузол відправляв basic — маркер стає BLACK → ще один повний обхід кільця обов'язковий.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365760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365760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цикл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4078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скидає маркер (color=white, q=0) і запускає новий обхід, поки умова не виконається.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 vs Safra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88036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Критерій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97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74520"/>
            <a:ext cx="288036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Топологія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87452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74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Довільний граф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87452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74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Логічне кільце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2880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237744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3774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Будь-який пасивний вузол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237744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3774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(Node 0)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2880360"/>
            <a:ext cx="288036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80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Ключовий механізм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288036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80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Логічні годинники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хвилі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0760" y="288036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880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лічильники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383280"/>
            <a:ext cx="2880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Кольори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37560" y="338328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383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використовує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80760" y="338328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383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/ black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та маркер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1480" y="3886200"/>
            <a:ext cx="288036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86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Повідомлень на раунд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337560" y="388620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3886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O(E) control+reply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80760" y="388620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886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token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1480" y="4389120"/>
            <a:ext cx="2880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389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Виявлення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37560" y="438912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4389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вузлів незалежно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080760" y="438912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389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ініціатор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Тестування симуляторів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2336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29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вузли, повний граф K₃. Node 1 та Node 2 активні.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594360" y="3364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Термінацію виявили: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907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 [1, 3]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33101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незалежних ініціатори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успішно підтвердили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глобальне завершення.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08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46320" y="193852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29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3212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вузли, кільце 0→1→2→3→0. Node 0 та 1 активні.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514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800" dirty="0"/>
          </a:p>
        </p:txBody>
      </p:sp>
      <p:sp>
        <p:nvSpPr>
          <p:cNvPr id="21" name="Text 19"/>
          <p:cNvSpPr/>
          <p:nvPr/>
        </p:nvSpPr>
        <p:spPr>
          <a:xfrm>
            <a:off x="4846320" y="3364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(2nd run)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0 decided: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077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31012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Коректна поведінка: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чорний маркер → ще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обхід потрібен.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 роботи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04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Рани успішно виявив термінацію за 8 control кроків. Вузли 1 і 3 незалежно підтвердили завершення — децентралізований підхід з конкуруючими хвилями працює коректно.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87752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609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Сафри повернув False — це очікувана і коректна поведінка. Чорний маркер сигналізує про потенційні транзитні повідомлення і вимагає ще одного «чистого» обходу кільця.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58184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58184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313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422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Обидва алгоритми відповідають своїм теоретичним моделям. Rana — швидший у децентралізованих топологіях. Safra — економніший за трафіком (один маркер), але суворіший до умов підтвердження.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  · 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Termination Detection: Rana &amp; Safra</dc:title>
  <dc:subject>PptxGenJS Presentation</dc:subject>
  <dc:creator>PptxGenJS</dc:creator>
  <cp:lastModifiedBy>PptxGenJS</cp:lastModifiedBy>
  <cp:revision>1</cp:revision>
  <dcterms:created xsi:type="dcterms:W3CDTF">2026-04-13T08:02:48Z</dcterms:created>
  <dcterms:modified xsi:type="dcterms:W3CDTF">2026-04-13T08:02:48Z</dcterms:modified>
</cp:coreProperties>
</file>