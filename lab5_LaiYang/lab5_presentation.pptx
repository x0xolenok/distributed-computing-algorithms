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54864" cy="2560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234440"/>
            <a:ext cx="5943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Lai-Yang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46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7724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spc="100" kern="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глобального знімку стану розподіленої системи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4315968"/>
            <a:ext cx="758952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44622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1371600"/>
            <a:ext cx="1920240" cy="192024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086600" y="1691640"/>
            <a:ext cx="1280160" cy="1280160"/>
          </a:xfrm>
          <a:prstGeom prst="ellipse">
            <a:avLst/>
          </a:prstGeom>
          <a:solidFill>
            <a:srgbClr val="000000"/>
          </a:solidFill>
          <a:ln w="25400">
            <a:solidFill>
              <a:srgbClr val="7A7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2011680"/>
            <a:ext cx="640080" cy="640080"/>
          </a:xfrm>
          <a:prstGeom prst="ellipse">
            <a:avLst/>
          </a:prstGeom>
          <a:solidFill>
            <a:srgbClr val="3D3D3D"/>
          </a:solidFill>
          <a:ln w="12700">
            <a:solidFill>
              <a:srgbClr val="7A7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371600"/>
            <a:ext cx="457200" cy="164592"/>
          </a:xfrm>
          <a:prstGeom prst="rect">
            <a:avLst/>
          </a:prstGeom>
          <a:solidFill>
            <a:srgbClr val="3D3D3D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ЗАВДАННЯ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Навіщо потрібен знімок стану?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8138160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4023360" cy="3291840"/>
          </a:xfrm>
          <a:prstGeom prst="rect">
            <a:avLst/>
          </a:prstGeom>
          <a:solidFill>
            <a:srgbClr val="0A0A0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029968"/>
            <a:ext cx="347472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48840"/>
            <a:ext cx="548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Вузли працюють асинхронно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70632"/>
            <a:ext cx="548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770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Немає спільного годинника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3392424"/>
            <a:ext cx="548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3924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 «в польоті»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014216"/>
            <a:ext cx="5486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142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Класичний підхід Чандi-Лампорта потребує маркерних повідомлень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417320"/>
            <a:ext cx="4023360" cy="3291840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46320" y="15727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Рішення Lai-Yang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846320" y="2029968"/>
            <a:ext cx="3474720" cy="0"/>
          </a:xfrm>
          <a:prstGeom prst="line">
            <a:avLst/>
          </a:prstGeom>
          <a:noFill/>
          <a:ln w="889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2148840"/>
            <a:ext cx="54864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0" y="2148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Маркування вузлів кольором (білий/червоний)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770632"/>
            <a:ext cx="54864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2770632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Кожне повідомлення несе колір відправника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0" y="3392424"/>
            <a:ext cx="54864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3392424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Знімок стану без додаткових маркерів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4014216"/>
            <a:ext cx="54864" cy="36576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0" y="4014216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Автоматична фіксація транзитних повідомлень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LAI-YANG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кольорів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Початковий стан (WHITE)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6012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 вузли старту­ють як «білі». Вони обробляють повідомлення в звичайному режимі без збереження стану.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4630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8288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5544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Ініціація знімку → RED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394960" y="19385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 зберігає свій поточний local_state у saved_state і змінює колір на «червоний».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012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Примусовий знімок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6012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Білий вузол, що отримує червоне повідомлення, ЗОБОВ'ЯЗАНИЙ зробити знімок перед обробкою.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846320" y="3063240"/>
            <a:ext cx="4023360" cy="14173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3063240"/>
            <a:ext cx="411480" cy="1417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429000"/>
            <a:ext cx="411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394960" y="3154680"/>
            <a:ext cx="3337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Транзитні повідомлення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394960" y="3538728"/>
            <a:ext cx="3337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Червоний вузол, що отримує біле повідомлення — фіксує його як транзитне (відправлено до знімку, отримано після).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LAI-YANG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Ініціація знімку: snapshot()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228600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snapshot</a:t>
            </a:r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(self):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self.color == </a:t>
            </a:r>
            <a:pPr indent="0" marL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"white"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self.color = </a:t>
            </a:r>
            <a:pPr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self.saved_state = self.local_state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</a:t>
            </a:r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sender, payload, msg_color):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Білий вузол + червоне повідомлення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self.color == </a:t>
            </a:r>
            <a:pPr indent="0" marL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"white"</a:t>
            </a:r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msg_color == </a:t>
            </a:r>
            <a:pPr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self.snapshot()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1463040"/>
            <a:ext cx="292608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06440" y="1463040"/>
            <a:ext cx="45720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5989320" y="1554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Одноразовий знімок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1883664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Перевірка if color == 'white' гарантує, що знімок робиться лише один раз.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806440" y="2670048"/>
            <a:ext cx="292608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06440" y="2670048"/>
            <a:ext cx="45720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5" name="Text 23"/>
          <p:cNvSpPr/>
          <p:nvPr/>
        </p:nvSpPr>
        <p:spPr>
          <a:xfrm>
            <a:off x="5989320" y="276148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Атомарна операція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89320" y="3090672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Збереження стану і зміна кольору відбуваються одночасно — без розриву.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5806440" y="3877056"/>
            <a:ext cx="292608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06440" y="3877056"/>
            <a:ext cx="45720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Text 27"/>
          <p:cNvSpPr/>
          <p:nvPr/>
        </p:nvSpPr>
        <p:spPr>
          <a:xfrm>
            <a:off x="5989320" y="396849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Примусовий виклик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89320" y="4297680"/>
            <a:ext cx="2651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Якщо вузол отримує червоне повідомлення — snapshot() викликається автоматично.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LAI-YANG ALGORITHM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Фіксація транзитних повідомлень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521208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581912"/>
            <a:ext cx="146304" cy="146304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Shape 5"/>
          <p:cNvSpPr/>
          <p:nvPr/>
        </p:nvSpPr>
        <p:spPr>
          <a:xfrm>
            <a:off x="896112" y="1581912"/>
            <a:ext cx="146304" cy="146304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1581912"/>
            <a:ext cx="146304" cy="146304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</a:t>
            </a:r>
            <a:pPr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(self, sender, payload, msg_color):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0574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2402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Примусовий знімок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4231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self.color == </a:t>
            </a:r>
            <a:pPr indent="0" marL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"white"</a:t>
            </a:r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msg_color == </a:t>
            </a:r>
            <a:pPr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788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self.snapshot()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1546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Транзитне повідомлення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self.color == </a:t>
            </a:r>
            <a:pPr indent="0" marL="0">
              <a:buNone/>
            </a:pPr>
            <a:r>
              <a:rPr lang="en-US" sz="1050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"red"</a:t>
            </a:r>
            <a:pPr indent="0" marL="0">
              <a:buNone/>
            </a:pPr>
            <a:r>
              <a:rPr lang="en-US" sz="1050" dirty="0">
                <a:solidFill>
                  <a:srgbClr val="A8D1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and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35204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msg_color == </a:t>
            </a:r>
            <a:pPr indent="0" marL="0">
              <a:buNone/>
            </a:pPr>
            <a:r>
              <a:rPr lang="en-US" sz="1050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"white"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7033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self.transit_messages[sender].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3886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append(payload)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406908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2519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Оновлення локального стану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43484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self.local_state += payload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06440" y="150876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Таблиця правил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806440" y="1965960"/>
            <a:ext cx="2926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0" y="20391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Вузол: WHITE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29514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Повідомлення: RED msg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253288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9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snapshot()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06440" y="2926080"/>
            <a:ext cx="2926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0" y="299923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Вузол: RED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43600" y="325526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Повідомлення: WHITE msg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943600" y="34930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E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transit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806440" y="3886200"/>
            <a:ext cx="2926080" cy="8686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3959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Вузол: ANY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4215384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Повідомлення: ANY msg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943600" y="445312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+payload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СИМУЛЯЦІЯ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Хронологія подій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41732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43000" y="141732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Ініціальні стани: Node 1=100, Node 2=200, Node 3=300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" y="1993392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993392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993392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1993392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dispatch(1→2, 10) та dispatch(3→2, 50) — ще білі повідомлення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1480" y="2569464"/>
            <a:ext cx="832104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2569464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569464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2569464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 робить знімок: saved_state=200, колір→RED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3145536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145536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145536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dispatch(2→1, 20) — червоне повідомлення від Node 2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11480" y="3721608"/>
            <a:ext cx="8321040" cy="512064"/>
          </a:xfrm>
          <a:prstGeom prst="rect">
            <a:avLst/>
          </a:prstGeom>
          <a:solidFill>
            <a:srgbClr val="F4F4F4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721608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3721608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43000" y="372160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 робить знімок: saved_state=300, колір→RED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832104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8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11480" y="4297680"/>
            <a:ext cx="54864" cy="5120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4297680"/>
            <a:ext cx="502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429768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dispatch(1→3, 5) — Node 1 ще білий, Node 3 вже червоний → транзит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Lai-Yang Snapshot Results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83464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1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1938528"/>
            <a:ext cx="246888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57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258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State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07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730752"/>
            <a:ext cx="246888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94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Отримав +20 від Node 2 вже після власного знімку. Транзитних немає — не отримував білих повідомлень будучи червоним.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27832" y="1371600"/>
            <a:ext cx="283464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0712" y="1508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2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410712" y="1938528"/>
            <a:ext cx="246888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2057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State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10712" y="2258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260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410712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State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10712" y="2807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10712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10712" y="3355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{1: [10], 3: [50]}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10712" y="3730752"/>
            <a:ext cx="246888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3794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Перехопив два транзитні повідомлення: 10 від Node 1 та 50 від Node 3 — відправлені до знімку, отримані після.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81344" y="1371600"/>
            <a:ext cx="2834640" cy="338328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150876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 3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364224" y="1938528"/>
            <a:ext cx="2468880" cy="0"/>
          </a:xfrm>
          <a:prstGeom prst="line">
            <a:avLst/>
          </a:prstGeom>
          <a:noFill/>
          <a:ln w="8890">
            <a:solidFill>
              <a:srgbClr val="3D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64224" y="2057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State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64224" y="22585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64224" y="26060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State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2807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364224" y="31546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64224" y="335584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{1: [5]}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64224" y="3730752"/>
            <a:ext cx="2468880" cy="0"/>
          </a:xfrm>
          <a:prstGeom prst="line">
            <a:avLst/>
          </a:prstGeom>
          <a:noFill/>
          <a:ln w="6350">
            <a:solidFill>
              <a:srgbClr val="3D3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37947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Повідомлення 5 від Node 1 відправлено до його перефарбування, отримано Node 3 вже після власного знімку.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01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ВИСНОВКИ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Підсумки роботи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17320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490472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801368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 Lai-Yang коректно зафіксував локальні стани вузлів (100, 200, 300) у момент ініціалізації знімку без використання маркерних повідомлень.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2587752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587752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660904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97180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Транзитні повідомлення успішно ізольовані: Node 2 зафіксував {1:[10], 3:[50]}, Node 3 — {1:[5]}. Глобальний знімок є консистентним.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758184"/>
            <a:ext cx="8321040" cy="1078992"/>
          </a:xfrm>
          <a:prstGeom prst="rect">
            <a:avLst/>
          </a:prstGeom>
          <a:solidFill>
            <a:srgbClr val="F4F4F4"/>
          </a:solidFill>
          <a:ln w="12700">
            <a:solidFill>
              <a:srgbClr val="E8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11480" y="3758184"/>
            <a:ext cx="54864" cy="1078992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31336"/>
            <a:ext cx="640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4142232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D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Механізм кольорів (white/red) з передачею кольору у кожному повідомленні повністю усуває потребу в додатковому розсиланні маркерів по каналах.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8188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Богдан Хохлов  ·  МД-51  ·  ХНУ ім. В.Н. Каразіна  ·  2025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Lai-Yang Snapshot Algorithm</dc:title>
  <dc:subject>PptxGenJS Presentation</dc:subject>
  <dc:creator>PptxGenJS</dc:creator>
  <cp:lastModifiedBy>PptxGenJS</cp:lastModifiedBy>
  <cp:revision>1</cp:revision>
  <dcterms:created xsi:type="dcterms:W3CDTF">2026-04-13T07:03:31Z</dcterms:created>
  <dcterms:modified xsi:type="dcterms:W3CDTF">2026-04-13T07:03:31Z</dcterms:modified>
</cp:coreProperties>
</file>