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 робота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ЛОГІЧНІ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ГОДИННИКИ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94360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Годинник Лемпорта  ·  Векторний годинник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 синхронізації у розподілених системах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Хохлов Богдан  ·  МД-51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Проблема впорядкування подій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Навіщо логічні годинники?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розподілених системах немає єдиного глобального часу. Кожен вузол має власний фізичний годинник, який може відхилятися. Виникає питання: яка подія відбулась раніше?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39319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23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ПІДХОДИ ДО ВИРІШЕННЯ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54864" cy="6583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2852928"/>
            <a:ext cx="3877056" cy="6583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Годинник Лемпорта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455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Скалярний лічильник. Простий, але не відрізняє паралельні події від послідовних.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4864" cy="6583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" y="3657600"/>
            <a:ext cx="3877056" cy="6583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124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Векторний годинник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50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лічильників. Точно визначає причинно-наслідкові зв'язки між подіями.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4251960" cy="3794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777240"/>
            <a:ext cx="425196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7772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ВІДНОШЕННЯ «HAPPENS-BEFORE»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261872"/>
            <a:ext cx="36576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12801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у процесі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499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a і b — події одного процесу, і a виникла раніше b, то a → b.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057400"/>
            <a:ext cx="36576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20756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повідомлення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2951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a — надсилання, b — отримання того самого повідомлення, то a → b.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852928"/>
            <a:ext cx="36576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28712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Транзитивність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30906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a → b і b → c, то a → c.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648456"/>
            <a:ext cx="365760" cy="36576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36667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Паралельні події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3886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не a → b і не b → a — події паралельні (concurrent). Лемпорт не розрізняє їх.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Логічні годинники у розподілених системах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Годинник Лемпорта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LAMPORT CLOCK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74904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3931920" cy="877824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39319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08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709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=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процес ініціалізує лічильник нулем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3931920" cy="877824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423160"/>
            <a:ext cx="39319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514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SEND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715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+=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кожною локальною подією або надсиланням — інкремент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3931920" cy="877824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429000"/>
            <a:ext cx="39319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520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" y="3721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= max(time, received) + 1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отриманні — взяти максимум і додати 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777240"/>
            <a:ext cx="4343400" cy="402336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777240"/>
            <a:ext cx="434340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7772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СИМУЛЯЦІЇ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298448"/>
            <a:ext cx="406908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353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local_event()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16276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1   ← 0+1=1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048256"/>
            <a:ext cx="406908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send_event()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   ← 1+1=2, надсилає t=2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798064"/>
            <a:ext cx="406908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852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local_event()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3127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1   ← незалежно 0+1=1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547872"/>
            <a:ext cx="4069080" cy="640080"/>
          </a:xfrm>
          <a:prstGeom prst="rect">
            <a:avLst/>
          </a:prstGeom>
          <a:solidFill>
            <a:srgbClr val="3A3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6027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receive_event(2)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38770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   ← max(1,2)+1=3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343400"/>
            <a:ext cx="4343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343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Ключове: P1 «перестрибує» вперед після отримання повідомлення від P0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Логічні годинники у розподілених системах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Реалізація: LamportClock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93776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937760" cy="3474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lamport_clock.py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LamportClock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41732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process_id):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9264" y="1600200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.process_id = process_id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9264" y="1783080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 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14884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local_event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9264" y="2331720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 +=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" y="2514600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88036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send_event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9264" y="3063240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 +=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9264" y="3246120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61188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receive_event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received_time):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" y="3794760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 =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(self.time, received_time) +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9264" y="3977640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777240"/>
            <a:ext cx="3383280" cy="38404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896112"/>
            <a:ext cx="54864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9326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11704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Зберігає ідентифікатор процесу. Ініціалізує лічильник self.time = 0.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1810512"/>
            <a:ext cx="54864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18470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local_event()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0848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локальна дія збільшує лічильник на 1. Повертає поточний час.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32120" y="2724912"/>
            <a:ext cx="54864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27614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send_event()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9992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Ідентичний local_event. Інкремент перед відправкою гарантує, що мітка повідомлення більша за всі попередні події.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32120" y="3639312"/>
            <a:ext cx="54864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6758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receive_event()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9136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операція: max() гарантує синхронізацію. +1 фіксує сам факт отримання.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Логічні годинники у розподілених системах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Векторний годинник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VECTOR CLOCK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74904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898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Замість одного числа — вектор [t₀, t₁, ..., tₙ₋₁] де N — кількість процесів у системі.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3931920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057400"/>
            <a:ext cx="39319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331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 = [0] * 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нулів розміром N (кількість процесів)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990088"/>
            <a:ext cx="3931920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990088"/>
            <a:ext cx="39319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081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SEND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3264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clock[pid] +=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538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Інкремент тільки власного елементу вектора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922776"/>
            <a:ext cx="3931920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922776"/>
            <a:ext cx="39319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0142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4197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clock[pid] += 1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clock[i] = max(clock[i], recv[i])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44714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Спочатку фіксуємо подію, потім покомпонентний максимум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777240"/>
            <a:ext cx="4343400" cy="402336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777240"/>
            <a:ext cx="434340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7772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СИМУЛЯЦІЇ (3 процеси)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261872"/>
            <a:ext cx="4160520" cy="502920"/>
          </a:xfrm>
          <a:prstGeom prst="rect">
            <a:avLst/>
          </a:prstGeom>
          <a:solidFill>
            <a:srgbClr val="28282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2984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local_event()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1517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0, 0]  ← тільки P0 інкрементує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828800"/>
            <a:ext cx="4160520" cy="502920"/>
          </a:xfrm>
          <a:prstGeom prst="rect">
            <a:avLst/>
          </a:prstGeom>
          <a:solidFill>
            <a:srgbClr val="28282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8653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send_event()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3168" y="2084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0, 0]  ← надсилає вектор P1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395728"/>
            <a:ext cx="4160520" cy="502920"/>
          </a:xfrm>
          <a:prstGeom prst="rect">
            <a:avLst/>
          </a:prstGeom>
          <a:solidFill>
            <a:srgbClr val="3A3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4323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receive_event([2,0,0])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73168" y="26517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1, 0]  ← max + інкремент P1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962656"/>
            <a:ext cx="4160520" cy="502920"/>
          </a:xfrm>
          <a:prstGeom prst="rect">
            <a:avLst/>
          </a:prstGeom>
          <a:solidFill>
            <a:srgbClr val="28282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9992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local_event()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32186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2, 0]  ← лише P1 +1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529584"/>
            <a:ext cx="4160520" cy="502920"/>
          </a:xfrm>
          <a:prstGeom prst="rect">
            <a:avLst/>
          </a:prstGeom>
          <a:solidFill>
            <a:srgbClr val="28282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5661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send_event()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3168" y="37856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3, 0]  ← надсилає вектор P2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096512"/>
            <a:ext cx="4160520" cy="502920"/>
          </a:xfrm>
          <a:prstGeom prst="rect">
            <a:avLst/>
          </a:prstGeom>
          <a:solidFill>
            <a:srgbClr val="3A3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41330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receive_event([2,3,0])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43525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3, 1]  ← max + інкремент P2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Логічні годинники у розподілених системах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Реалізація: VectorClock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93776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937760" cy="3474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vector_clock.py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VectorClock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426464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num_processes, process_id):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9264" y="1618488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.process_id = process_id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9264" y="181051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.clock = [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* num_processes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19456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local_event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9264" y="2386584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.clock[self.process_id] +=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" y="2578608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(self.clock)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96265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receive_event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received_clock):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9264" y="3154680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.clock[self.process_id] +=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9264" y="3346704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(len(self.clock)):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25296" y="3538728"/>
            <a:ext cx="435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.clock[i] =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(self.clock[i], received_clock[i])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" y="373075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(self.clock)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777240"/>
            <a:ext cx="3383280" cy="38404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896112"/>
            <a:ext cx="54864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9326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даних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11704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[0]*N замість скаляра. Кожна позиція відповідає одному процесу в системі.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32120" y="1810512"/>
            <a:ext cx="54864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8470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local_event()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20848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Оновлюється лише self.clock[pid]. Знання про інші процеси не змінюються.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2724912"/>
            <a:ext cx="54864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7614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list(self.clock)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29992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Повертається копія (snapshot), а не посилання. Критично в Python для уникнення мутацій.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32120" y="3639312"/>
            <a:ext cx="54864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6758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receive_event()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9136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Спочатку +1 власного лічильника, потім покомпонентний max() з отриманим вектором.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Логічні годинники у розподілених системах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Порівняння підходів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36392" y="777240"/>
            <a:ext cx="274320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7832" y="777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Lamport Clock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98464" y="777240"/>
            <a:ext cx="2743200" cy="41148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9904" y="777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Vector Clock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274320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887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структури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36392" y="1188720"/>
            <a:ext cx="274320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1887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Скаляр (int)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98464" y="1188720"/>
            <a:ext cx="274320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1887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([int])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83080"/>
            <a:ext cx="274320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7830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Складність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36392" y="1783080"/>
            <a:ext cx="274320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7830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час, O(1) — пам'ять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98464" y="1783080"/>
            <a:ext cx="274320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7830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час, O(N) — пам'ять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274320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3774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Визначає a→b?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36392" y="2377440"/>
            <a:ext cx="274320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3774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Частково (якщо T(a)&lt;T(b))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98464" y="2377440"/>
            <a:ext cx="274320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3774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 (порівняння векторів)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71800"/>
            <a:ext cx="274320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9718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events?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36392" y="2971800"/>
            <a:ext cx="274320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9718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визначає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98464" y="2971800"/>
            <a:ext cx="274320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29718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Визначає точно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566160"/>
            <a:ext cx="274320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5661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36392" y="3566160"/>
            <a:ext cx="274320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5661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98464" y="3566160"/>
            <a:ext cx="274320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35661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Зростає з кількістю вузлів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160520"/>
            <a:ext cx="274320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1605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Застосування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36392" y="4160520"/>
            <a:ext cx="274320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41605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Журналювання, прості черги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98464" y="4160520"/>
            <a:ext cx="274320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08192" y="41605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DynamoDB, Riak, Cassandra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Lamport → часткове впорядкування   |   Vector → повне визначення причинності   |   Вибір залежить від задачі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11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Годинник Лемпорта — компактний, але не відрізняє паралельні події від послідовних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2677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Векторний годинник точно визначає причинність завдяки покомпонентному max()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11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889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8163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list(self.clock) — критично важлива деталь: повертається snapshot, а не посилання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11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3649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Векторні годинники використовуються в реальних системах: DynamoDB, Riak, Cassandra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411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8620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9136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між підходами — це компроміс між простотою та точністю визначення причинності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Хохлов Богдан  ·  МД-51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Логічні годинники у розподілених системах</dc:title>
  <dc:subject>PptxGenJS Presentation</dc:subject>
  <dc:creator>PptxGenJS</dc:creator>
  <cp:lastModifiedBy>PptxGenJS</cp:lastModifiedBy>
  <cp:revision>1</cp:revision>
  <dcterms:created xsi:type="dcterms:W3CDTF">2026-03-09T07:10:05Z</dcterms:created>
  <dcterms:modified xsi:type="dcterms:W3CDTF">2026-03-09T07:10:05Z</dcterms:modified>
</cp:coreProperties>
</file>