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 робота №3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Розподілені алгоритми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обходу графу DFS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02920" y="3310128"/>
            <a:ext cx="4572000" cy="18288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4564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Авербух · Сідон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Богдан Хохлов · МД-51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18288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697480" cy="3520440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2697480" cy="4572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Авербуха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2286000" cy="18288"/>
          </a:xfrm>
          <a:prstGeom prst="rect">
            <a:avLst/>
          </a:prstGeom>
          <a:solidFill>
            <a:srgbClr val="BEBEB8"/>
          </a:solidFill>
          <a:ln w="12700">
            <a:solidFill>
              <a:srgbClr val="BEB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Розподілений DFS з паралельною розсилкою VISITED та очікуванням ACK від усіх сусідів перед продовженням обходу.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98448"/>
            <a:ext cx="2697480" cy="3520440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298448"/>
            <a:ext cx="2697480" cy="4572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Сідона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0" y="2487168"/>
            <a:ext cx="2286000" cy="18288"/>
          </a:xfrm>
          <a:prstGeom prst="rect">
            <a:avLst/>
          </a:prstGeom>
          <a:solidFill>
            <a:srgbClr val="BEBEB8"/>
          </a:solidFill>
          <a:ln w="12700">
            <a:solidFill>
              <a:srgbClr val="BEB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6060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Асинхронний DFS без блокувань. TOKEN передається негайно, INFO приходить у фоні. Колізії вирішуються через BACK.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298448"/>
            <a:ext cx="2697480" cy="3520440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298448"/>
            <a:ext cx="2697480" cy="4572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1792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487168"/>
            <a:ext cx="2286000" cy="18288"/>
          </a:xfrm>
          <a:prstGeom prst="rect">
            <a:avLst/>
          </a:prstGeom>
          <a:solidFill>
            <a:srgbClr val="BEBEB8"/>
          </a:solidFill>
          <a:ln w="12700">
            <a:solidFill>
              <a:srgbClr val="BEBE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6060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типи графів: циклічний (A–B–D–C–A), зірковий (Center + 4 листки), повний K4. Перевірка: рівно |V|−1 ребро.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18288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Авербуха — логіка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 повідомлень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417320" cy="384048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57400" y="1673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 обходу — вузол стає відвіданим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1417320" cy="384048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774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5740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Паралельне сповіщення всіх сусідів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127248"/>
            <a:ext cx="1417320" cy="384048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272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3172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Підтвердження отримання VISITED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877056"/>
            <a:ext cx="1417320" cy="384048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770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57400" y="39227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Повернення вгору до батьківського вузла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83480" y="1188720"/>
            <a:ext cx="18288" cy="3703320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261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це працює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1700784"/>
            <a:ext cx="256032" cy="256032"/>
          </a:xfrm>
          <a:prstGeom prst="ellipse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700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77840" y="162763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Вузол отримує DISCOVER → стає відвіданим, запам'ятовує батька.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2340864"/>
            <a:ext cx="256032" cy="256032"/>
          </a:xfrm>
          <a:prstGeom prst="ellipse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77840" y="226771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Надсилає VISITED всім сусідам (крім батька), встановлює flags[q] = 1.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2980944"/>
            <a:ext cx="256032" cy="256032"/>
          </a:xfrm>
          <a:prstGeom prst="ellipse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77840" y="290779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сусід відповідає ACK. Поки flags ≠ 0 — обхід заморожений.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3621024"/>
            <a:ext cx="256032" cy="256032"/>
          </a:xfrm>
          <a:prstGeom prst="ellipse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354787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flags = 0 → вузол надсилає собі RETURN і обирає наступне невідвідане ребро.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12080" y="4261104"/>
            <a:ext cx="256032" cy="256032"/>
          </a:xfrm>
          <a:prstGeom prst="ellipse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4261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77840" y="418795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невідвіданих немає — RETURN іде до батька.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7F7F5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4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Часова складність:  O(|V|)  —  VISITED розсилається паралельно, тому час не накопичується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18288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Авербуха — реалізація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 DISCOVER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4160520" cy="214884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44752"/>
            <a:ext cx="292608" cy="214884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81912"/>
            <a:ext cx="4069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mtype ==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'DISCOVER'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node_data[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'visited'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node_data[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'visited'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node_data[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'father'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sender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Надіслати VISITED усім сусідам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others: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self.messages.append(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(receiver, q,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'VISITED'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node_data[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'flags'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][q] = 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3703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 ACK — зняття заморозки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977640"/>
            <a:ext cx="4160520" cy="100584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3977640"/>
            <a:ext cx="292608" cy="100584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4114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mtype ==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'ACK'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node_data[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'flags'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][sender] = 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 == 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flags):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Усі відповіли → продовжуємо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self.messages.append((rcv, rcv,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'RETURN'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92040" y="1115568"/>
            <a:ext cx="18288" cy="3867912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170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 RETURN — рух вперед або назад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1444752"/>
            <a:ext cx="3749040" cy="214884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1444752"/>
            <a:ext cx="292608" cy="214884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1581912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mtype ==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'RETURN'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Шукаємо наступне невідвідане ребро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 = [k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adj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unvisited]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targets: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targets[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unvisited.remove(k)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msgs.append((rcv, k,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'DISCOVER'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Всі відвідані → назад до батька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msgs.append((rcv, father,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'RETURN'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74920" y="3703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Ініціалізація вузлів у конструкторі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3977640"/>
            <a:ext cx="3749040" cy="100584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3977640"/>
            <a:ext cx="292608" cy="100584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4114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self.nodes = {n: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'father'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'visited'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'unvisited'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(adj[n]),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'flags'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{m: 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adj[n]}}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adj}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18288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Сідона — логіка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005840" cy="384048"/>
          </a:xfrm>
          <a:prstGeom prst="rect">
            <a:avLst/>
          </a:prstGeom>
          <a:solidFill>
            <a:srgbClr val="F7F7F5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4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2801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без очікування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166420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 руху. Вузол, отримавши TOKEN, одразу передає його наступному невідвіданому сусіду через process_next. Ніяких ACK — рух завжди вперед або назад.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50008"/>
            <a:ext cx="8229600" cy="18288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468880"/>
            <a:ext cx="1005840" cy="384048"/>
          </a:xfrm>
          <a:prstGeom prst="rect">
            <a:avLst/>
          </a:prstGeom>
          <a:solidFill>
            <a:srgbClr val="F7F7F5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68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4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239572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Фонові сповіщення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2779776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відвідуванні вузол розсилає INFO всім сусідам паралельно. Коли process_next обирає наступне ребро, він перевіряє info_received і пропускає вже «відмічені» вузли.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65576"/>
            <a:ext cx="8229600" cy="18288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584448"/>
            <a:ext cx="1005840" cy="384048"/>
          </a:xfrm>
          <a:prstGeom prst="rect">
            <a:avLst/>
          </a:prstGeom>
          <a:solidFill>
            <a:srgbClr val="F7F7F5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844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4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351129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Вирішення колізій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3895344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TOKEN приходить у вже відвіданий вузол — той відповідає BACK. Відправник викликає process_next знову і шукає інше ребро. Дерево не порушується.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7F7F5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4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відмінність від Авербуха:  немає фази збору підтверджень — вузол не «замерзає»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18288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Сідона — реалізація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 TOKEN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4160520" cy="201168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44752"/>
            <a:ext cx="292608" cy="201168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81912"/>
            <a:ext cx="4069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mtype ==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'TOKEN'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node_data[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'visited'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node_data[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'visited'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node_data[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'parent'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sender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Одразу розсилаємо INFO фоново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self.adj[receiver]: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!= sender: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msgs.append((rcv, n,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'INFO'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self.process_next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(receiver)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Вже відвіданий — відбиваємо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msgs.append((rcv, sender,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'BACK'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3566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 INFO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840480"/>
            <a:ext cx="4160520" cy="77724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3840480"/>
            <a:ext cx="292608" cy="77724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97764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mtype ==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'INFO'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Просто запам'ятовуємо відправника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node_data[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'info_received'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].add(sender)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92040" y="1115568"/>
            <a:ext cx="18288" cy="3502152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170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process_next — серце алгоритму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1444752"/>
            <a:ext cx="3749040" cy="3172968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1444752"/>
            <a:ext cx="292608" cy="3172968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1581912"/>
            <a:ext cx="365760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process_next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node_data = self.nodes[u]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node_data[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'neighbors'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node_data[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'neighbors'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].pop(</a:t>
            </a:r>
            <a:pPr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Пропускаємо батька і вже відомих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(v != node_data[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'parent'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node_data[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'info_received'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Знайшли кандидата — надсилаємо TOKEN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msgs.append((u, v,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'TOKEN'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Невідвіданих не лишилось — повертаємось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parent != u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parent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not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msgs.append((u, parent,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'BACK'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74920" y="4709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→ process_next(receiver)   —   шукаємо наступне ребро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18288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Авербух vs Сідон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2423160" cy="38039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224028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207008"/>
            <a:ext cx="2926080" cy="38039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207008"/>
            <a:ext cx="274320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Авербух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207008"/>
            <a:ext cx="2926080" cy="38039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207008"/>
            <a:ext cx="274320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Сідон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587398"/>
            <a:ext cx="2423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8739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4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Повідомлення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1587398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58739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VISITED, ACK, RETURN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1587398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158739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TOKEN, INFO, BACK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1587398"/>
            <a:ext cx="45720" cy="475488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062886"/>
            <a:ext cx="2423160" cy="475488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6288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4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Блокування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2062886"/>
            <a:ext cx="2926080" cy="475488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206288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— чекає всіх ACK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0" y="2062886"/>
            <a:ext cx="2926080" cy="475488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206288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2062886"/>
            <a:ext cx="45720" cy="475488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2538374"/>
            <a:ext cx="2423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53837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4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Часова складність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34640" y="2538374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253837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O(|V|)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60720" y="2538374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53837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O(|V|), менше затримок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2538374"/>
            <a:ext cx="45720" cy="475488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013862"/>
            <a:ext cx="2423160" cy="475488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01386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4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Складність повідомлень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834640" y="3013862"/>
            <a:ext cx="2926080" cy="475488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1800" y="301386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O(|E|)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60720" y="3013862"/>
            <a:ext cx="2926080" cy="475488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301386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O(|E|)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11480" y="3013862"/>
            <a:ext cx="45720" cy="475488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3489350"/>
            <a:ext cx="2423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48935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4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Колізії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34640" y="3489350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71800" y="348935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Унеможливлені (VISITED до DISCOVER)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760720" y="3489350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348935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Обробляються через BACK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1480" y="3489350"/>
            <a:ext cx="45720" cy="475488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3964838"/>
            <a:ext cx="2423160" cy="475488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96483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4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Надійність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34640" y="3964838"/>
            <a:ext cx="2926080" cy="475488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71800" y="396483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Максимальна — повний контроль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760720" y="3964838"/>
            <a:ext cx="2926080" cy="475488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97880" y="396483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Залежить від порядку INFO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11480" y="3964838"/>
            <a:ext cx="45720" cy="475488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4440326"/>
            <a:ext cx="2423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44032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4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краще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834640" y="4440326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71800" y="444032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Надійні системи, критичний трафік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760720" y="4440326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97880" y="444032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Асинхронні мережі з низькою затримкою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11480" y="4440326"/>
            <a:ext cx="45720" cy="475488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18288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тестування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Циклічний граф  A–B–D–C–A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[('A','B'), ('B','D'), ('D','C')]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9568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Ребро (C,A) відкинуто — A вже відвіданий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86200" y="1344168"/>
            <a:ext cx="685800" cy="32004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1344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386584"/>
            <a:ext cx="4297680" cy="18288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68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Зірковий граф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[('Center','1'), ('Center','2'), ('Center','3'), ('Center','4')]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листки підключені до центру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86200" y="2514600"/>
            <a:ext cx="685800" cy="32004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25146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57016"/>
            <a:ext cx="4297680" cy="18288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39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граф K4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9867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4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[('1','2'), ('2','3'), ('3','4')]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діагональних ребра відфільтровано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86200" y="3685032"/>
            <a:ext cx="685800" cy="32004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368503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83480" y="1188720"/>
            <a:ext cx="18288" cy="3749040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pic>
        <p:nvPicPr>
          <p:cNvPr id="23" name="Image 0" descr="/home/claude/test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298448"/>
            <a:ext cx="3657600" cy="17190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16636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Консольний вивід симулятора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166360" y="34015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Обидва алгоритми дають однакові дерева для всіх трьох графів. Awerbuch та Cidon будують ідентичні остові дерева.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7F7F5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4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Обидва алгоритми будують коректне дерево з |V|−1 ребром  ·  ALL TESTS PASSED SUCCESSFULLY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18288"/>
          </a:xfrm>
          <a:prstGeom prst="rect">
            <a:avLst/>
          </a:prstGeom>
          <a:solidFill>
            <a:srgbClr val="E2E2D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1600200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54864" cy="160020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4128" y="140817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Коректність підтверджена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3767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Обидва алгоритми побудували правильне остове дерево (|V|−1 ребер) на трьох різних топологіях графу.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298448"/>
            <a:ext cx="4114800" cy="1600200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98448"/>
            <a:ext cx="54864" cy="160020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89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58968" y="140817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Авербух — надійний контроль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956816"/>
            <a:ext cx="3767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Механізм VISITED + ACK гарантує повний контроль над рухом маркерів. Підходить для критичних систем.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1600200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08960"/>
            <a:ext cx="54864" cy="160020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24128" y="3218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Сідон — швидший відгук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767328"/>
            <a:ext cx="3767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Відсутність блокуючих ACK-станів дає перевагу в асинхронних мережах із низькою затримкою.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108960"/>
            <a:ext cx="4114800" cy="1600200"/>
          </a:xfrm>
          <a:prstGeom prst="rect">
            <a:avLst/>
          </a:prstGeom>
          <a:solidFill>
            <a:srgbClr val="F7F7F5"/>
          </a:solidFill>
          <a:ln w="6350">
            <a:solidFill>
              <a:srgbClr val="E2E2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108960"/>
            <a:ext cx="54864" cy="1600200"/>
          </a:xfrm>
          <a:prstGeom prst="rect">
            <a:avLst/>
          </a:prstGeom>
          <a:solidFill>
            <a:srgbClr val="7A7A52"/>
          </a:solidFill>
          <a:ln w="12700">
            <a:solidFill>
              <a:srgbClr val="7A7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58968" y="3218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Симуляція через deque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767328"/>
            <a:ext cx="3767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collections.deque відтворює асинхронність детерміновано — тести відтворювані та легко налагоджуються.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DFS Algorithms</dc:title>
  <dc:subject>PptxGenJS Presentation</dc:subject>
  <dc:creator>PptxGenJS</dc:creator>
  <cp:lastModifiedBy>PptxGenJS</cp:lastModifiedBy>
  <cp:revision>1</cp:revision>
  <dcterms:created xsi:type="dcterms:W3CDTF">2026-03-09T10:59:23Z</dcterms:created>
  <dcterms:modified xsi:type="dcterms:W3CDTF">2026-03-09T10:59:23Z</dcterms:modified>
</cp:coreProperties>
</file>